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출장비 집행 현황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609600">
                <a:tc>
                  <a:txBody>
                    <a:bodyPr/>
                    <a:lstStyle/>
                    <a:p>
                      <a:r>
                        <a:t>부서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1분기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2분기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인프라사업부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3800000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구매팀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1400000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