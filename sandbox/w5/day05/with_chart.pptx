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분기별 집행액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출장비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1분기</c:v>
                </c:pt>
                <c:pt idx="1">
                  <c:v>2분기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4200000</c:v>
                </c:pt>
                <c:pt idx="1">
                  <c:v>3800000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교육비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1분기</c:v>
                </c:pt>
                <c:pt idx="1">
                  <c:v>2분기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1200000</c:v>
                </c:pt>
                <c:pt idx="1">
                  <c:v>1400000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457200"/>
          <a:ext cx="5486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